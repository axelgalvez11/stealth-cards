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Cells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p>
            <a:r>
              <a:t>The animal cell has a nucleus that holds the DNA and mitochondria that make most of its energy.</a:t>
            </a:r>
          </a:p>
        </p:txBody>
      </p:sp>
      <p:pic>
        <p:nvPicPr>
          <p:cNvPr id="10" name="Picture 1" descr="The animal cell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572000" cy="3000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Energy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p>
            <a:r>
              <a:t>The Krebs cycle runs in the matrix of the mitochondrion and passes electrons to the transport chain.</a:t>
            </a:r>
          </a:p>
        </p:txBody>
      </p:sp>
      <p:pic>
        <p:nvPicPr>
          <p:cNvPr id="10" name="Picture 1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400000" cy="3600000"/>
          </a:xfrm>
        </p:spPr>
      </p:pic>
      <p:pic>
        <p:nvPicPr>
          <p:cNvPr id="11" name="Picture 2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7500000" y="5800000"/>
            <a:ext cx="1100000" cy="740000"/>
          </a:xfrm>
        </p:spPr>
      </p:pic>
      <p:pic>
        <p:nvPicPr>
          <p:cNvPr id="12" name="Picture 3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00000" y="200000"/>
            <a:ext cx="400000" cy="200000"/>
          </a:xfr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Rates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p>
            <a:r>
              <a:t>Enzymes speed up reactions, and the rate levels off when every enzyme is busy with substrate.</a:t>
            </a:r>
          </a:p>
        </p:txBody>
      </p:sp>
      <p:pic>
        <p:nvPicPr>
          <p:cNvPr id="10" name="Picture 1" descr="Rates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1200000"/>
            <a:ext cx="4800000" cy="3200000"/>
          </a:xfrm>
        </p:spPr>
      </p:pic>
      <p:pic>
        <p:nvPicPr>
          <p:cNvPr id="11" name="Picture 2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7500000" y="5800000"/>
            <a:ext cx="1100000" cy="740000"/>
          </a:xfr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Banner and photo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p>
            <a:r>
              <a:t>A classroom where the students study the lecture slides together before the exam.</a:t>
            </a:r>
          </a:p>
        </p:txBody>
      </p:sp>
      <p:pic>
        <p:nvPicPr>
          <p:cNvPr id="10" name="Picture 1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00000"/>
          </a:xfrm>
        </p:spPr>
      </p:pic>
      <p:pic>
        <p:nvPicPr>
          <p:cNvPr id="11" name="Picture 2" descr="A classroom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500000"/>
            <a:ext cx="4000000" cy="3000000"/>
          </a:xfrm>
        </p:spPr>
      </p:pic>
      <p:pic>
        <p:nvPicPr>
          <p:cNvPr id="12" name="Picture 3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7500000" y="5800000"/>
            <a:ext cx="1100000" cy="740000"/>
          </a:xfr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Just text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p>
            <a:r>
              <a:t>Glycolysis splits one glucose into two pyruvate in the cytoplasm and makes a little ATP.</a:t>
            </a:r>
          </a:p>
        </p:txBody>
      </p:sp>
    </p:spTree>
  </p:cSld>
</p:sld>
</file>